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737360"/>
            <a:ext cx="73152" cy="1828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691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58368" y="26517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Trazabilidad de Contactos Universitario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V  · 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3794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Polanco Lozano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411480"/>
            <a:ext cx="2194560" cy="5303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4114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1252728"/>
            <a:ext cx="2194560" cy="530352"/>
          </a:xfrm>
          <a:prstGeom prst="rect">
            <a:avLst/>
          </a:prstGeom>
          <a:solidFill>
            <a:srgbClr val="0069FF"/>
          </a:solidFill>
          <a:ln w="12700">
            <a:solidFill>
              <a:srgbClr val="006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12527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2093976"/>
            <a:ext cx="2194560" cy="53035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209397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2935224"/>
            <a:ext cx="2194560" cy="530352"/>
          </a:xfrm>
          <a:prstGeom prst="rect">
            <a:avLst/>
          </a:prstGeom>
          <a:solidFill>
            <a:srgbClr val="D33832"/>
          </a:solidFill>
          <a:ln w="12700">
            <a:solidFill>
              <a:srgbClr val="D338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29352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3776472"/>
            <a:ext cx="2194560" cy="53035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377647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05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 Infraestructura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Multi-cloud, IaC, K8s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64008" cy="10972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31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" y="2715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CI/CD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pipeline, etapas, artefactos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6616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657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" y="4041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Funcionamiento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361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Microservicios, health checks, HPA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144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005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65192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Monitoreo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Grafana, Kibana, Jaeger, Prometheus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240280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331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65192" y="2715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Pruebas de Rendimiento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5192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Carga, caos, autoscaling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566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66160"/>
            <a:ext cx="6400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657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965192" y="4041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65192" y="4361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y próximos pasos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Arquitectura General — Multi-cloud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840480" cy="5029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Google Cloud Platform (GKE)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circleguard-stage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Región: us-central1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Nodos: 3 × e2-standard-2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474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circleguard-gateway-service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474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circleguard-auth-service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3474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07792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circleguard-identity-service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3474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circleguard-dashboard-service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3474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02736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circleguard-file-service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3474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50208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circleguard-promotion-service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60520" y="2834640"/>
            <a:ext cx="7772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187952" y="2468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83480" y="822960"/>
            <a:ext cx="384048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06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822960"/>
            <a:ext cx="3840480" cy="502920"/>
          </a:xfrm>
          <a:prstGeom prst="rect">
            <a:avLst/>
          </a:prstGeom>
          <a:solidFill>
            <a:srgbClr val="0069FF"/>
          </a:solidFill>
          <a:ln w="12700">
            <a:solidFill>
              <a:srgbClr val="006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822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DigitalOcean (DOKS + Droplet)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1417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circleguard-cluster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Región: nyc1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Jenkins: 104.248.109.57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2212848"/>
            <a:ext cx="34747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212848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(Droplet)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66360" y="2560320"/>
            <a:ext cx="3474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560320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DOKS — stage namespace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66360" y="2907792"/>
            <a:ext cx="3474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907792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/ redis / kafka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66360" y="3255264"/>
            <a:ext cx="347472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255264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/ openldap / zookeeper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66360" y="3602736"/>
            <a:ext cx="347472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602736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(Prometheus/Grafana)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66360" y="3950208"/>
            <a:ext cx="347472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950208"/>
            <a:ext cx="3474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 → Kibana (ELK)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Infraestructura como Código — Terraform + Kubernetes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023360" cy="43891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4904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7490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cluster (us-central1)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subnets + NAT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 estado remoto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CI/CD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74904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10712"/>
            <a:ext cx="37490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DOKS cluster (nyc1)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 Jenkins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(S3-compat.) backend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Firewall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868680"/>
            <a:ext cx="4023360" cy="43891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8686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K8s/Kustomize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417320"/>
            <a:ext cx="11430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4173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4538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stage / prod / monitoring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984248"/>
            <a:ext cx="11430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9842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20208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+ HPA + PDB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2551176"/>
            <a:ext cx="11430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55117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25877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+ Istio mTLS STRICT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118104"/>
            <a:ext cx="11430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1181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1546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Secrets + ServiceAccounts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685032"/>
            <a:ext cx="11430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6850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37216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 + Let's Encrypt (nip.io)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4251960"/>
            <a:ext cx="11430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251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42885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 + Fluent Bit DaemonSet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Pipeline CI/CD — Jenkins Multibranch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71600"/>
            <a:ext cx="996696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1408176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2011680"/>
            <a:ext cx="996696" cy="365760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201168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97864" y="1874520"/>
            <a:ext cx="502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48716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48156" y="1371600"/>
            <a:ext cx="996696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48156" y="1408176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48156" y="2011680"/>
            <a:ext cx="996696" cy="365760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8156" y="201168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JUnit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4852" y="1874520"/>
            <a:ext cx="502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8156" y="248716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95144" y="1371600"/>
            <a:ext cx="996696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95144" y="1408176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95144" y="2011680"/>
            <a:ext cx="996696" cy="365760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95144" y="201168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874520"/>
            <a:ext cx="502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95144" y="248716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42132" y="1371600"/>
            <a:ext cx="996696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42132" y="1408176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42132" y="2011680"/>
            <a:ext cx="996696" cy="365760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2132" y="201168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+ ZAP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38828" y="1874520"/>
            <a:ext cx="502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2132" y="248716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1371600"/>
            <a:ext cx="996696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89120" y="1408176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2011680"/>
            <a:ext cx="996696" cy="365760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201168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DockerHub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85816" y="1874520"/>
            <a:ext cx="502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248716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36108" y="1371600"/>
            <a:ext cx="996696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36108" y="1408176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K8s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36108" y="2011680"/>
            <a:ext cx="996696" cy="365760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6108" y="201168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32804" y="1874520"/>
            <a:ext cx="502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36108" y="248716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83096" y="1371600"/>
            <a:ext cx="996696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83096" y="1408176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83096" y="2011680"/>
            <a:ext cx="996696" cy="365760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83096" y="201168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/health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79792" y="1874520"/>
            <a:ext cx="502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83096" y="248716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30084" y="1371600"/>
            <a:ext cx="996696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530084" y="1408176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30084" y="2011680"/>
            <a:ext cx="996696" cy="365760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30084" y="201168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530084" y="248716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01168" y="2880360"/>
            <a:ext cx="8741664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01168" y="2880360"/>
            <a:ext cx="8741664" cy="804672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clave:  </a:t>
            </a:r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CLOUD_TARGET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gcp | digitalocean | multi     </a:t>
            </a:r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PIPELINE_MODE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full | fast     </a:t>
            </a:r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DEPLOY_ENV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dev | stage | prod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01168" y="384048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01168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Trivy: 0 CRITICAL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127248" y="384048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127248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ZAP: PASS 66 / FAIL 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053328" y="384048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053328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SonarQube: Security 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Aplicación en Funcionamiento — 8 Pods Running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Running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82296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822960"/>
            <a:ext cx="19659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41448" y="1371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/ Namespaces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82296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822960"/>
            <a:ext cx="19659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08576" y="1371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activo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75704" y="82296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75704" y="82296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75704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75704" y="1371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STRICT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92024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920240"/>
            <a:ext cx="6400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19751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circleguard-gateway-service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2258568"/>
            <a:ext cx="118872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258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08960" y="2267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Running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65176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651760"/>
            <a:ext cx="64008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27066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circleguard-auth-service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" y="2990088"/>
            <a:ext cx="1188720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990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108960" y="29992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Running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38328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383280"/>
            <a:ext cx="6400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4381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circleguard-identity-service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8912" y="3721608"/>
            <a:ext cx="11887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721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108960" y="3730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Running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1148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114800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41696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circleguard-dashboard-service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" y="4453128"/>
            <a:ext cx="118872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453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10896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Running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192024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19202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19751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circleguard-file-service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73752" y="2258568"/>
            <a:ext cx="1188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3752" y="2258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QR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543800" y="2267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Running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265176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9160" y="2651760"/>
            <a:ext cx="64008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73752" y="27066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circleguard-promotion-service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73752" y="2990088"/>
            <a:ext cx="118872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73752" y="2990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43800" y="29992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Running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09160" y="338328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09160" y="3383280"/>
            <a:ext cx="64008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73752" y="34381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redis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873752" y="3721608"/>
            <a:ext cx="11887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73752" y="3721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543800" y="3730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Running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09160" y="41148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709160" y="4114800"/>
            <a:ext cx="64008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73752" y="41696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neo4j + openldap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873752" y="4453128"/>
            <a:ext cx="11887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73752" y="4453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Graph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54380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Running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Dashboards de Observabilidad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697480" cy="457200"/>
          </a:xfrm>
          <a:prstGeom prst="rect">
            <a:avLst/>
          </a:prstGeom>
          <a:solidFill>
            <a:srgbClr val="E55126"/>
          </a:solidFill>
          <a:ln w="12700">
            <a:solidFill>
              <a:srgbClr val="E551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K8s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kube-state-metrics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scraping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14400"/>
            <a:ext cx="2697480" cy="457200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44475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FinOps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Alertmanager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Node/Pod metrics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9144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914400"/>
            <a:ext cx="2697480" cy="457200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+ ELK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08776" y="144475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pods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 DaemonSet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circleguard-logs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34640"/>
            <a:ext cx="2697480" cy="457200"/>
          </a:xfrm>
          <a:prstGeom prst="rect">
            <a:avLst/>
          </a:prstGeom>
          <a:solidFill>
            <a:srgbClr val="60B0E8"/>
          </a:solidFill>
          <a:ln w="12700">
            <a:solidFill>
              <a:srgbClr val="60B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34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36499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Trazas distribuidas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por microservicio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trace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2834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834640"/>
            <a:ext cx="269748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2834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10128" y="336499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 shipper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integration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2834640"/>
            <a:ext cx="2697480" cy="4572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2834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kube-state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08776" y="336499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metrics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visibility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vía port-forward SSH  ·  Grafana: :3000  ·  Kibana: :5601  ·  Jaeger: :16686  ·  Prometheus: :9090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Seguridad — Escaneo Multi-capa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6974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Vulnerability Scan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109728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91640" y="1755648"/>
            <a:ext cx="109728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imágenes escaneadas en pipeline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9067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54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JSON + TXT archivado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build si CRITICAL &gt; 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82296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822960"/>
            <a:ext cx="2697480" cy="475488"/>
          </a:xfrm>
          <a:prstGeom prst="rect">
            <a:avLst/>
          </a:prstGeom>
          <a:solidFill>
            <a:srgbClr val="D33832"/>
          </a:solidFill>
          <a:ln w="12700">
            <a:solidFill>
              <a:srgbClr val="D33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822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82696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Application Security Testing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1755648"/>
            <a:ext cx="109728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55848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90288" y="1755648"/>
            <a:ext cx="109728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90288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55848" y="2615184"/>
            <a:ext cx="118872" cy="118872"/>
          </a:xfrm>
          <a:prstGeom prst="ellipse">
            <a:avLst/>
          </a:prstGeom>
          <a:solidFill>
            <a:srgbClr val="D33832"/>
          </a:solidFill>
          <a:ln w="12700">
            <a:solidFill>
              <a:srgbClr val="D33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7016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scan al gateway service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55848" y="3090672"/>
            <a:ext cx="118872" cy="118872"/>
          </a:xfrm>
          <a:prstGeom prst="ellipse">
            <a:avLst/>
          </a:prstGeom>
          <a:solidFill>
            <a:srgbClr val="D33832"/>
          </a:solidFill>
          <a:ln w="12700">
            <a:solidFill>
              <a:srgbClr val="D338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57016" y="3054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In-cluster pod (DNS interno)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55848" y="3566160"/>
            <a:ext cx="118872" cy="118872"/>
          </a:xfrm>
          <a:prstGeom prst="ellipse">
            <a:avLst/>
          </a:prstGeom>
          <a:solidFill>
            <a:srgbClr val="D33832"/>
          </a:solidFill>
          <a:ln w="12700">
            <a:solidFill>
              <a:srgbClr val="D33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57016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WARN-NEW: 1 (cacheable content)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71616" y="82296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71616" y="822960"/>
            <a:ext cx="26974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822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81344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Code Analysis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54496" y="1755648"/>
            <a:ext cx="109728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254496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88936" y="1755648"/>
            <a:ext cx="109728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88936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488936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54496" y="26151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55664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issues: 3 security + 20 maint.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54496" y="30906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55664" y="3054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NOSONAR en bcrypt seeds (S2068)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54496" y="356616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55664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Duplications: 5.6% (aceptable)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Pruebas de Rendimiento y Resiliencia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65176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— Autoscaling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377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1 réplica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3 réplicas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CPU &gt; 70%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50% CPU avg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 HPA: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gateway-service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auth-service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identity-service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dashboard-service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86868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868680"/>
            <a:ext cx="265176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417320"/>
            <a:ext cx="2377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Chaos Mesh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stage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ejecutados: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Pod kill (auth-service)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Network delay 100ms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CPU stress 80%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Pods 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recuperaron en &lt; 30s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period + readiness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86868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868680"/>
            <a:ext cx="265176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&amp; SLA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2377440" cy="6583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435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80760" y="17647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2240280"/>
            <a:ext cx="2377440" cy="6583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2585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80760" y="25877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3063240"/>
            <a:ext cx="2377440" cy="6583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3081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80760" y="3410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minAvailable: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39136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por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(allow-list)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RollingUpdate strategy: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maxUnavailable: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maxSurge: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&amp; FinOps — GCP + DigitalOcean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47472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DigitalOcean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K8s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GKE Standard — us-central1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DOKS — nyc1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e2-standard-2 (2CPU/8GB)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s-2vcpu-4gb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 Droplet (4GB)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Terraform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GCS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Spaces (S3 compat.)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HPA + Cluster Autoscaler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HPA activo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est./mes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 (efímero, spin-up/down)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~$60 USD fijo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FinOps: kube-state-metrics expone resource requests/limits → Grafana FinOps dashboard → visibilidad de costo por servicio en tiempo real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Lecciones Aprendidas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978408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SSD Quota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3075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nodos bootstrap de GKE usan pd-balanced (SSD) por defecto. Solución: node_config con disk_type=pd-standard en el cluster resource + node pool.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64008" cy="1261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395728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Locks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7249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de red dejan locks sin liberar. Es fundamental hacer terraform force-unlock proactivamente antes de reintentar deploys.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03320"/>
            <a:ext cx="64008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813048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mínimo necesario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14223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google_project_iam_member cuando la SA no tiene projectIamAdmin. Otorgar solo los permisos que se usan evita errores 403 y mejora la postura de seguridad.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8686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868680"/>
            <a:ext cx="64008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97840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PAT vs Password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3075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requiere Personal Access Tokens, no contraseñas. Los tokens tienen scopes limitados y son más seguros que credenciales completas.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28600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286000"/>
            <a:ext cx="6400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3752" y="239572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Port-forward para evidencias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27249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Ingress externo, el acceso a Kibana/Grafana/Kiali se hace via SSH tunnel + kubectl port-forward. Documentar el flujo para demostraciones.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70332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703320"/>
            <a:ext cx="64008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813048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NOSONAR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414223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hashes bcrypt en seeds SQL disparan S2068 (falso positivo). Suprimir con -- NOSONAR en la línea exacta, no en todo el archivo.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Recomendaciones y Próximos Pasos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8696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86968"/>
            <a:ext cx="6400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32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con ArgoCD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52928" y="9509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el deploy manual kubectl por ArgoCD para sincronización declarativa del estado del cluster con el repositorio Git.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" y="1289304"/>
            <a:ext cx="2286000" cy="1828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1907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19072"/>
            <a:ext cx="6400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64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real + TLS prod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52928" y="17830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dominio propio en lugar de nip.io y usar letsencrypt-prod para certificados válidos en producción.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" y="2121408"/>
            <a:ext cx="2286000" cy="18288"/>
          </a:xfrm>
          <a:prstGeom prst="rect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5117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51176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968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para secretos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52928" y="261518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los Kubernetes Secrets a HashiCorp Vault o External Secrets Operator para gestión centralizada y rotación automática.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" y="2953512"/>
            <a:ext cx="228600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832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83280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290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automatizado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52928" y="34472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k6 o Gatling en el pipeline para pruebas de carga en cada deploy a stage, con umbrales de SLO como quality gates.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" y="3785616"/>
            <a:ext cx="228600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1538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15384"/>
            <a:ext cx="6400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2611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activo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52928" y="42793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Evolucionar de multi-cloud activo-pasivo a activo-activo con Global Load Balancer para disaster recovery real.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" y="4617720"/>
            <a:ext cx="2286000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7452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7830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CircleGuard — Sistema de Trazabilidad de Contactos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GitHub: 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3291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diegopolancolozano/circle-guard-public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3675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Jenkins: 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3675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http://104.248.109.57:8080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40599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DO: 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40599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-n stage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438912"/>
            <a:ext cx="2148840" cy="621792"/>
          </a:xfrm>
          <a:prstGeom prst="rect">
            <a:avLst/>
          </a:prstGeom>
          <a:solidFill>
            <a:srgbClr val="1A73E8">
              <a:alpha val="75000"/>
            </a:srgbClr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43891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GCP+DO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0" y="1444752"/>
            <a:ext cx="2148840" cy="621792"/>
          </a:xfrm>
          <a:prstGeom prst="rect">
            <a:avLst/>
          </a:prstGeom>
          <a:solidFill>
            <a:srgbClr val="0EA5E9">
              <a:alpha val="75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4475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Microservicios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75120" y="2450592"/>
            <a:ext cx="2148840" cy="621792"/>
          </a:xfrm>
          <a:prstGeom prst="rect">
            <a:avLst/>
          </a:prstGeom>
          <a:solidFill>
            <a:srgbClr val="10B981">
              <a:alpha val="7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45059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Automatizado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75120" y="3456432"/>
            <a:ext cx="2148840" cy="621792"/>
          </a:xfrm>
          <a:prstGeom prst="rect">
            <a:avLst/>
          </a:prstGeom>
          <a:solidFill>
            <a:srgbClr val="8B5CF6">
              <a:alpha val="75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45643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CircleGuard - Presentación Final</dc:title>
  <dc:subject>PptxGenJS Presentation</dc:subject>
  <dc:creator>PptxGenJS</dc:creator>
  <cp:lastModifiedBy>PptxGenJS</cp:lastModifiedBy>
  <cp:revision>1</cp:revision>
  <dcterms:created xsi:type="dcterms:W3CDTF">2026-06-11T04:50:15Z</dcterms:created>
  <dcterms:modified xsi:type="dcterms:W3CDTF">2026-06-11T04:50:15Z</dcterms:modified>
</cp:coreProperties>
</file>